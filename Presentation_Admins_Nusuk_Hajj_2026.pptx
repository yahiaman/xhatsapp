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64592" cy="3474720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C99723"/>
                </a:solidFill>
              </a:defRPr>
            </a:pPr>
            <a:r>
              <a:t>ENTRAIDE NUSUK HAJJ 1447 / 2026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Système Automatisé de Modération &amp; Community Management</a:t>
            </a:r>
          </a:p>
          <a:p>
            <a:pPr>
              <a:spcAft>
                <a:spcPts val="2800"/>
              </a:spcAft>
              <a:defRPr sz="1800">
                <a:solidFill>
                  <a:srgbClr val="E2E8F0"/>
                </a:solidFill>
              </a:defRPr>
            </a:pPr>
            <a:r>
              <a:t>Guide complet des nouvelles fonctionnalités pour l'équipe d'administration</a:t>
            </a:r>
          </a:p>
          <a:p>
            <a:pPr>
              <a:defRPr sz="1300" b="1">
                <a:solidFill>
                  <a:srgbClr val="C99723"/>
                </a:solidFill>
              </a:defRPr>
            </a:pPr>
            <a:r>
              <a:t>🕋 5 000+ pèlerins  |  5 groupes surveillés  |  Protection 24/7  |  Assistance IA de 20h10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Le Contexte &amp; les Défis de Notre Communauté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👥 5 000+ Futurs Pèlerins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ENJEU CAPACITÉ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Forte affluence de candidats au Hajj.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WhatsApp impose une limite maximale de participants par groupe.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Multiplication des groupes nécessaires (Groupe 01 à 05).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Nécessité absolue de fluidifier les places disponibles.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🛡️ Neutralité &amp; Rumeurs</a:t>
            </a:r>
          </a:p>
          <a:p>
            <a:pPr>
              <a:spcAft>
                <a:spcPts val="1200"/>
              </a:spcAft>
              <a:defRPr sz="1000" b="1">
                <a:solidFill>
                  <a:srgbClr val="DC2626"/>
                </a:solidFill>
              </a:defRPr>
            </a:pPr>
            <a:r>
              <a:t>● ENJEU SÉRÉNITÉ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Risque majeur de démarchage commercial et d'arnaques.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Citation d'agences de voyage sources de conflits.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Diffusion virale de fausses rumeurs (vols annulés, etc.).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Dons et cagnottes non autorisés.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🤖 La Solution Xhatsapp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AUTOMATISATION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Bot WhatsApp intelligent et autonome 24h/24.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Filtrage immédiat et alertes dans Groupe_admin.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Protection anti-doublon et MP d'accueil aux pèlerins.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Récapitulatif quotidien commun généré par 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Architecture &amp; Fonctionnement Général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📱 Les Groupes Pèlerins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GROUPES NUSUK (G1..G5)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Groupes de discussion ouverts aux pèlerins (07h00 - 23h00).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Fermeture nocturne automatique pour préserver le repos.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Tous les messages analysés en temps réel par le bot.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Diffusion automatique du récapitulatif chaque soir à 20h10.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⚙️ Le Moteur Xhatsapp</a:t>
            </a:r>
          </a:p>
          <a:p>
            <a:pPr>
              <a:spcAft>
                <a:spcPts val="1200"/>
              </a:spcAft>
              <a:defRPr sz="1000" b="1">
                <a:solidFill>
                  <a:srgbClr val="1E293B"/>
                </a:solidFill>
              </a:defRPr>
            </a:pPr>
            <a:r>
              <a:t>● INFRASTRUCTURE SERVEUR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Serveur sécurisé haute performance (Azure Linux).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Passerelle WhatsApp officielle (OpenWA).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Base PostgreSQL pour les dictionnaires et historiques.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Intelligence Artificielle OmniRoute pour les synthèses.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👑 Le Groupe_admin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ESPACE MODÉRATEURS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QG opérationnel réservé aux administrateurs.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Réception immédiate des alertes avec texte intégral.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Pilotage direct par commandes WhatsApp simples.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Validation ou refus des cagnottes en 1 clic.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Neutralité Absolue : Suppression Automatique des Agences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🚫 Suppression Immédiate &amp; Neutralité</a:t>
            </a:r>
          </a:p>
          <a:p>
            <a:pPr>
              <a:spcAft>
                <a:spcPts val="1200"/>
              </a:spcAft>
              <a:defRPr sz="1000" b="1">
                <a:solidFill>
                  <a:srgbClr val="DC2626"/>
                </a:solidFill>
              </a:defRPr>
            </a:pPr>
            <a:r>
              <a:t>● SUPPRESSION 100% AUTOMATISÉE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Tolérance zéro sur la citation d'agences de voyage privées.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82 agences françaises pré-enregistrées dans le dictionnaire.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Dès qu'un membre cite une agence : le message est SUPPRIMÉ INSTANTANÉMENT pour tous dans le groupe.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Le bot publie immédiatement un rappel de neutralité 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« ⚠️ Pas de citation de nom d'agence dans notre groupe car nous sommes neutres à ce sujet. Merci pour votre compréhension.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📢 Alerte Transparente dans Groupe_admin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NOTIFICATION INFORMATIVE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Les modérateurs sont informés instantanément dans Groupe_admin.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L'alerte contient le NOM DE L'AGENCE détectée.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Le TEXTE INTÉGRAL du message supprimé est affiché pour vérification des faux-positifs éventuels.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Mention du groupe source et du nom du pèlerin.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Aucune intervention requise de votre part, tout est déjà traité.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Dons, Cagnottes &amp; Publicités : Contrôle Humain Strict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💰 Dons &amp; Cagnottes (Leetchi, Cotizup...)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VALIDATION HUMAINE REQUISE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Détection des plateformes d'appel aux dons, parrainages et cagnottes.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Le message N'EST PAS supprimé automatiquement pour éviter les erreurs d'interprétation.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Une alerte d'arbitrage est envoyée dans Groupe_admin.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Deux commandes simples pour agir 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SUPPRIMER &lt;CODE&gt; (efface le message du groupe)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IGNORER &lt;CODE&gt; (conserve le message)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📢 Placements de Produit &amp; Marques</a:t>
            </a:r>
          </a:p>
          <a:p>
            <a:pPr>
              <a:spcAft>
                <a:spcPts val="1200"/>
              </a:spcAft>
              <a:defRPr sz="1000" b="1">
                <a:solidFill>
                  <a:srgbClr val="1E293B"/>
                </a:solidFill>
              </a:defRPr>
            </a:pPr>
            <a:r>
              <a:t>● PROTECTION ANTI-SPAM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Détection des codes promotionnels, réductions et marques commerciales.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Même mécanisme de sécurité : alerte prioritaire aux modérateurs.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Possibilité d'enrichir le dictionnaire des marques suspectes à tout moment via l'interface web.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Contrôle total conservé par l'équipe d'administration.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Interface Web /admin : Dictionnaires Dynamiques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🏢 1. Agences Interdites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SUPPRESSION AUTO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Consultez les 82 agences actives.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Recherchez instantanément un nom.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Ajoutez une nouvelle agence en 1 clic.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Supprimez une agence si nécessaire.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Prise en compte immédiate par le bot.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💰 2. Dons &amp; Cagnottes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ARBITRAGE ADMIN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Enrichissez la liste des plateformes de collecte suspectes.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Ajout d'adresses URL, noms d'associations ou mots-clés.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Moteur de normalisation insensible aux accents et majuscules.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📢 3. Pubs &amp; Placements</a:t>
            </a:r>
          </a:p>
          <a:p>
            <a:pPr>
              <a:spcAft>
                <a:spcPts val="1200"/>
              </a:spcAft>
              <a:defRPr sz="1000" b="1">
                <a:solidFill>
                  <a:srgbClr val="1E293B"/>
                </a:solidFill>
              </a:defRPr>
            </a:pPr>
            <a:r>
              <a:t>● ARBITRAGE ADMIN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Ajoutez des marques, codes promo, services ou influenceurs non autorisés.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Mise à jour en mémoire vive sans coupure de service ni redémarrage du serveur.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Flash d'Urgence &amp; Verrouillage Global des Groupes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🚨 Commande FLASH &lt;message&gt;</a:t>
            </a:r>
          </a:p>
          <a:p>
            <a:pPr>
              <a:spcAft>
                <a:spcPts val="1200"/>
              </a:spcAft>
              <a:defRPr sz="1000" b="1">
                <a:solidFill>
                  <a:srgbClr val="DC2626"/>
                </a:solidFill>
              </a:defRPr>
            </a:pPr>
            <a:r>
              <a:t>● COMMUNICATION PRIORITAIRE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Cas d'usage : communication critique (retard vol, alerte météo, consigne officielle Nusuk).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1. VERROUILLAGE IMMÉDIAT : Le bot fige instantanément tous les groupes en mode « Annonce uniquement ».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2. DIFFUSION FORMATÉE : Le message est encadré avec l'en-tête officiel haute visibilité 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 🚨 *FLASH INFO OFFICIEL NUSUK* 🚨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3. SÉCURITÉ : Les groupes restent verrouillés pour que l'info ne soit pas noyée par les réactions.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4. Rouvrez les groupes quand vous le souhaitez avec UNBLOCK ALL.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🔒 Commandes BLOCK ALL &amp; UNBLOCK ALL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CONTRÔLE MANUEL TOTAL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BLOCK ALL (ou VERROUILLER TOUT) 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Suspend les discussions dans tous les groupes.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Poste un avis de fermeture temporaire discret.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Pratique en cas de débordement ou de crise.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UNBLOCK ALL (ou DEVERROUILLER TOUT) 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Rouvre immédiatement les échanges à tous.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Poste un message de reprise chaleureux.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Protection Anti-Multi-Groupes (Exclusion du 2e Groupe)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🚫 Le Problème : La Saturation des Groupes</a:t>
            </a:r>
          </a:p>
          <a:p>
            <a:pPr>
              <a:spcAft>
                <a:spcPts val="1200"/>
              </a:spcAft>
              <a:defRPr sz="1000" b="1">
                <a:solidFill>
                  <a:srgbClr val="1E293B"/>
                </a:solidFill>
              </a:defRPr>
            </a:pPr>
            <a:r>
              <a:t>● CONSTAT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Beaucoup de pèlerins rejoignent 2, 3 ou 4 groupes à la fois.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Conséquence : les groupes affichent « Complet » et de nouveaux pèlerins ne peuvent plus entrer.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Or, l'information et le récapitulatif sont strictement IDENTIQUES dans tous nos groupes !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Une présence dans un seul groupe est amplement suffisante.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⚡ L'Automatisme Anti-Doublon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AUTOMATISME ACTIF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1. Dès qu'un pèlerin rejoint un 2e groupe : le bot vérifie les autres groupes.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2. EXCLUSION DU 2e GROUPE : Le membre est automatiquement retiré du nouveau groupe.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3. MP PÉDAGOGIQUE : Il reçoit un message privé bienveillant lui expliquant que les places sont limitées et que son premier groupe lui suffit largement.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4. ALERTE ADMIN : Les modérateurs reçoivent une notification de confirmation dans Groupe_admin.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⭐️ MODÉRATEURS &amp; ADMINS TOTALEMENT EXEMPTÉS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Audit des Doublons Existants : Commande DOUBLONS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🔍 Commande DOUBLONS dans Groupe_admin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AUDIT À LA DEMANDE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Tapez simplement DOUBLONS ou AUDIT DOUBLONS.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Le bot scanne la totalité des membres de tous les groupes surveillés.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Il exclut automatiquement tous les comptes administrateurs et modérateurs.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Il dresse l'inventaire des membres présents dans 2 groupes ou plus.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Génération instantanée d'un compte-rendu clair et chiffré.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📊 Exemple de Rapport Reçu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RAPPORT TRANSMIS AUX ADMINS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📊 *AUDIT DES MEMBRES EN DOUBLON*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───────────────────────────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🔍 Groupes analysés : 5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👥 Pèlerins distincts : 4 850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⚠️ Membres en doublon : 8 (hors administrateurs)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1. +33612345678 : présent dans [Groupe_01, Groupe_02]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2. +33798765432 : présent dans [Groupe_01, Groupe_03]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...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ℹ️ Permet de contacter ou retirer manuellement les anciens doublons.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Accueil &amp; Onboarding Automatique en Message Privé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🤝 Accueil Chaleureux &amp; Non Intrusif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1ÈRE CONNEXION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Envoyé automatiquement en MESSAGE PRIVÉ (DM) dès qu'un pèlerin intègre son premier groupe.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Ne pollue pas le fil de discussion public du groupe.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Garantit que chaque nouveau membre prend connaissance des règles dès la première minute.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Ton fraternel, respectueux et structuré.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📜 Les 5 Règles d'Or Transmises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CONTENU DU MESSAGE PRIVÉ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1️⃣ Neutralité absolue : Pas de citation d'agences.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2️⃣ Zéro pub ni collecte : Pas de vente ni cagnottes.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3️⃣ Fraternité &amp; Sérénité : Respect, pas de polémique.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4️⃣ Fermeture nocturne : Pause de 23h00 à 07h00.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5️⃣ Récapitulatif quotidien : Bilan chaque soir à 20h10.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📌 Rappel clé : Un seul groupe est suffisant.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Sentinelle Panique &amp; Rumeurs : Alerte Précoce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⚡ Détection des Mots d'Angoisse</a:t>
            </a:r>
          </a:p>
          <a:p>
            <a:pPr>
              <a:spcAft>
                <a:spcPts val="1200"/>
              </a:spcAft>
              <a:defRPr sz="1000" b="1">
                <a:solidFill>
                  <a:srgbClr val="DC2626"/>
                </a:solidFill>
              </a:defRPr>
            </a:pPr>
            <a:r>
              <a:t>● VEILLE EN TEMPS RÉEL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Surveillance continue des discussions publiques.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Détecte les mots de panique : arnaque, faux billet, faux visa, bloqué à l'aéroport, compte piraté, plainte, police, scandale...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Le message N'EST PAS CENSURÉ ni supprimé (pour ne pas frustrer un pèlerin inquiet).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Objectif : Donner aux administrateurs une avance précieuse pour désamorcer la rumeur.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🚨 Alerte Immédiate dans Groupe_admin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DISCRÈTE &amp; EFFICACE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🚨 *SENTINELLE : ALERTE PANIQUE / RUMEUR*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📍 Groupe : Groupe_01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👤 Auteur : Nom (+336...)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⚠️ Termes détectés : arnaque, faux billet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💬 Message 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« Est-ce vrai qu'il y a une arnaque sur les billets pour Médine ? »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👉 Vous pouvez intervenir immédiatement avec un message rassurant et vérifié.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Le Récapitulatif Quotidien de 20h10 (IA OmniRoute)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📝 Synthèse Intelligente de la Journée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SYNTHÈSE AUTOMATIQUE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Chaque soir à 20h10 (heure de Paris).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Le bot analyse l'ensemble des échanges de la journée.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L'intelligence artificielle filtre le bruit et extrait les informations utiles :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Démarches administratives Nusuk validées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Conseils logistiques (vols, hôtels, forfaits)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 • Réponses aux questions fréquentes des pèlerins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 texte clair, structuré et agréable à lire.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🛡️ Validation Humaine Avant Diffusion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CONTRÔLE ADMINISTRATEUR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1. L'aperçu complet arrive d'abord dans Groupe_admin avec un code (ex: GO RECAP ABC123).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2. Les modérateurs relisent le récapitulatif.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3. Validation : tapez GO RECAP ABC123 pour diffuser dans tous les groupes autorisés.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4. Annulation : tapez ANNULER RECAP ABC123 si vous ne souhaitez pas publier.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Rien n'est publié sans votre feu vert 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9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9723"/>
                </a:solidFill>
              </a:defRPr>
            </a:pPr>
            <a:r>
              <a:t>COMMUNAUTÉ ENTRAIDE NUSUK HAJJ 1447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4A36"/>
                </a:solidFill>
              </a:defRPr>
            </a:pPr>
            <a:r>
              <a:t>Fiche Mémo : Vos Commandes dans Groupe_admin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🕹️ Pilotage &amp; Urgence</a:t>
            </a:r>
          </a:p>
          <a:p>
            <a:pPr>
              <a:spcAft>
                <a:spcPts val="1200"/>
              </a:spcAft>
              <a:defRPr sz="1000" b="1">
                <a:solidFill>
                  <a:srgbClr val="104A36"/>
                </a:solidFill>
              </a:defRPr>
            </a:pPr>
            <a:r>
              <a:t>● GESTION DES GROUPES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BLOCK ALL : Verrouille tous les groupes (mode annonce).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UNBLOCK ALL : Déverrouille et rouvre tous les groupes.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FLASH &lt;texte&gt; : Diffuse une alerte urgente et verrouille les groupes.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DOUBLONS : Lance l'audit des membres présents dans plusieurs groupes (hors modérateurs).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000"/>
              </a:spcAft>
              <a:defRPr sz="1800" b="1">
                <a:solidFill>
                  <a:srgbClr val="104A36"/>
                </a:solidFill>
              </a:defRPr>
            </a:pPr>
            <a:r>
              <a:t>⚖️ Modération &amp; Diffusion</a:t>
            </a:r>
          </a:p>
          <a:p>
            <a:pPr>
              <a:spcAft>
                <a:spcPts val="1200"/>
              </a:spcAft>
              <a:defRPr sz="1000" b="1">
                <a:solidFill>
                  <a:srgbClr val="C99723"/>
                </a:solidFill>
              </a:defRPr>
            </a:pPr>
            <a:r>
              <a:t>● MODÉRATION AU CAS PAR CAS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SUPPRIMER &lt;CODE&gt; : Supprime un message signalé (don/pub).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IGNORER &lt;CODE&gt; : Conserve un message signalé.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COMMUNIQUE : Crée un brouillon de message à diffuser.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GO COMMUNIQUE &lt;CODE&gt; : Diffuse le communiqué.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GO RECAP &lt;CODE&gt; : Diffuse le récapitulatif quotidien de 20h10.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C99723"/>
                </a:solidFill>
              </a:defRPr>
            </a:pPr>
            <a:r>
              <a:t>NOTRE MISSION COMMUNE</a:t>
            </a:r>
          </a:p>
          <a:p>
            <a:pPr>
              <a:spcAft>
                <a:spcPts val="2000"/>
              </a:spcAft>
              <a:defRPr sz="2800" b="1">
                <a:solidFill>
                  <a:srgbClr val="FFFFFF"/>
                </a:solidFill>
              </a:defRPr>
            </a:pPr>
            <a:r>
              <a:t>Une Communauté Sereine, Fraternelle et Neutre</a:t>
            </a:r>
          </a:p>
          <a:p>
            <a:pPr>
              <a:spcAft>
                <a:spcPts val="2400"/>
              </a:spcAft>
              <a:defRPr sz="1600">
                <a:solidFill>
                  <a:srgbClr val="E2E8F0"/>
                </a:solidFill>
              </a:defRPr>
            </a:pPr>
            <a:r>
              <a:t>Grâce à cette boîte à outils complète, l'équipe d'administration gagne du temps, évite la saturation des groupes et protège les pèlerins contre les arnaques et la désinformation.</a:t>
            </a:r>
          </a:p>
          <a:p>
            <a:pPr>
              <a:defRPr sz="1800" b="1">
                <a:solidFill>
                  <a:srgbClr val="C99723"/>
                </a:solidFill>
              </a:defRPr>
            </a:pPr>
            <a:r>
              <a:t>Qu'Allah récompense vos efforts au service des invités du Très Miséricordieux ! 🕋🤲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